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First lesson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두 번째 수업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Third reflection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